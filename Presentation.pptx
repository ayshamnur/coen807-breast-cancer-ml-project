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76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071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05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Machine Learning-Based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Breast Cancer Diagnosis Prediction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1792" y="23317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COEN807 Term Project - Supervised Learning Classification</a:t>
            </a:r>
          </a:p>
        </p:txBody>
      </p:sp>
      <p:sp>
        <p:nvSpPr>
          <p:cNvPr id="4" name="Text 2"/>
          <p:cNvSpPr/>
          <p:nvPr/>
        </p:nvSpPr>
        <p:spPr>
          <a:xfrm>
            <a:off x="621792" y="2743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Aisha Muhammad </a:t>
            </a: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Nuruddeen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P25EGCP8043</a:t>
            </a:r>
          </a:p>
        </p:txBody>
      </p:sp>
      <p:sp>
        <p:nvSpPr>
          <p:cNvPr id="5" name="Shape 3"/>
          <p:cNvSpPr/>
          <p:nvPr/>
        </p:nvSpPr>
        <p:spPr>
          <a:xfrm>
            <a:off x="621792" y="406908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4178808"/>
            <a:ext cx="5020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ML workflow: dataset → preprocessing → model comparison → evaluation → ethics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0" descr="/mnt/data/coen807_project/output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50" y="868680"/>
            <a:ext cx="3314700" cy="2651760"/>
          </a:xfrm>
          <a:prstGeom prst="rect">
            <a:avLst/>
          </a:prstGeom>
        </p:spPr>
      </p:pic>
      <p:pic>
        <p:nvPicPr>
          <p:cNvPr id="8" name="Image 1" descr="/mnt/data/coen807_project/outputs/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767328"/>
            <a:ext cx="2971800" cy="2377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87000" y="6510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COEN807 Term Project |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760BA7-C3EA-145F-2B34-F879A9AF0D9C}"/>
              </a:ext>
            </a:extLst>
          </p:cNvPr>
          <p:cNvSpPr txBox="1"/>
          <p:nvPr/>
        </p:nvSpPr>
        <p:spPr>
          <a:xfrm>
            <a:off x="696958" y="5458451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</a:t>
            </a:r>
            <a:r>
              <a:rPr lang="en-NG"/>
              <a:t>ithub Repository : https</a:t>
            </a:r>
            <a:r>
              <a:rPr lang="en-NG" dirty="0"/>
              <a:t>://github.com/ayshamnur/COEN807-Breast-Cancer-ML-project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Problem Overview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classification task matters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557784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Breast cancer diagnosis requires early and reliable identification of malignant tumours.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can support clinicians by finding patterns in diagnostic measurements.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 is binary classification: malignant or benign.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should support clinical decisions, not replace medical professionals.</a:t>
            </a:r>
          </a:p>
        </p:txBody>
      </p:sp>
      <p:sp>
        <p:nvSpPr>
          <p:cNvPr id="6" name="Shape 4"/>
          <p:cNvSpPr/>
          <p:nvPr/>
        </p:nvSpPr>
        <p:spPr>
          <a:xfrm>
            <a:off x="777240" y="4681728"/>
            <a:ext cx="5394960" cy="694944"/>
          </a:xfrm>
          <a:prstGeom prst="roundRect">
            <a:avLst>
              <a:gd name="adj" fmla="val 10526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4791456"/>
            <a:ext cx="5065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question: Can supervised ML accurately predict malignant cases from numerical diagnostic features?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/mnt/data/coen807_project/outputs/feature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766751"/>
            <a:ext cx="4617720" cy="26386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Dataset Description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Breast Cancer Wisconsin Diagnostic dataset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pic>
        <p:nvPicPr>
          <p:cNvPr id="5" name="Image 0" descr="/mnt/data/coen807_project/outputs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325880"/>
            <a:ext cx="411480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569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309360" y="20482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</a:t>
            </a:r>
          </a:p>
        </p:txBody>
      </p:sp>
      <p:sp>
        <p:nvSpPr>
          <p:cNvPr id="8" name="Text 5"/>
          <p:cNvSpPr/>
          <p:nvPr/>
        </p:nvSpPr>
        <p:spPr>
          <a:xfrm>
            <a:off x="822960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138160" y="20482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features</a:t>
            </a:r>
          </a:p>
        </p:txBody>
      </p:sp>
      <p:sp>
        <p:nvSpPr>
          <p:cNvPr id="10" name="Text 7"/>
          <p:cNvSpPr/>
          <p:nvPr/>
        </p:nvSpPr>
        <p:spPr>
          <a:xfrm>
            <a:off x="1005840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966960" y="20482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Malignant cases</a:t>
            </a:r>
          </a:p>
        </p:txBody>
      </p:sp>
      <p:sp>
        <p:nvSpPr>
          <p:cNvPr id="12" name="Text 9"/>
          <p:cNvSpPr/>
          <p:nvPr/>
        </p:nvSpPr>
        <p:spPr>
          <a:xfrm>
            <a:off x="736092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357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269480" y="33284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Benign cases</a:t>
            </a:r>
          </a:p>
        </p:txBody>
      </p:sp>
      <p:sp>
        <p:nvSpPr>
          <p:cNvPr id="14" name="Text 11"/>
          <p:cNvSpPr/>
          <p:nvPr/>
        </p:nvSpPr>
        <p:spPr>
          <a:xfrm>
            <a:off x="6309360" y="4251960"/>
            <a:ext cx="49377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features are computed from digitised cell nuclei measurements.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class in this project: malignant = 1.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public, labelled, and suitable for supervised classification.</a:t>
            </a:r>
          </a:p>
        </p:txBody>
      </p:sp>
      <p:sp>
        <p:nvSpPr>
          <p:cNvPr id="15" name="Text 12"/>
          <p:cNvSpPr/>
          <p:nvPr/>
        </p:nvSpPr>
        <p:spPr>
          <a:xfrm>
            <a:off x="10287000" y="6510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Methodology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supervised learning workflow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548640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inspect the public dataset.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 target class: malignant = 1, benign = 0.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stratified train-validation-test splitting.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features for Logistic Regression, SVM, and KNN.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five supervised learning models and compare results.</a:t>
            </a:r>
          </a:p>
        </p:txBody>
      </p:sp>
      <p:pic>
        <p:nvPicPr>
          <p:cNvPr id="6" name="Image 0" descr="/mnt/data/coen807_project/outputs/top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50492"/>
            <a:ext cx="480060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4983480"/>
            <a:ext cx="9875520" cy="658368"/>
          </a:xfrm>
          <a:prstGeom prst="roundRect">
            <a:avLst>
              <a:gd name="adj" fmla="val 11111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5093208"/>
            <a:ext cx="9546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 selected mainly by validation F1-score and malignant-case recall.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Models Implemented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algorithms compared fairly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539496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- interpretable baseline.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- strong classifier for numerical feature spaces.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- distance-based comparison model.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- simple rule-based model.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- ensemble model for better stability.</a:t>
            </a:r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5184648"/>
            <a:ext cx="4928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focus: avoid missing malignant cases while keeping predictions reliable.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/mnt/data/coen807_project/outputs/model_f1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961674"/>
            <a:ext cx="4892040" cy="27517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Experimental Setup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 and evaluation approach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398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560" y="19110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</a:p>
        </p:txBody>
      </p:sp>
      <p:sp>
        <p:nvSpPr>
          <p:cNvPr id="7" name="Text 5"/>
          <p:cNvSpPr/>
          <p:nvPr/>
        </p:nvSpPr>
        <p:spPr>
          <a:xfrm>
            <a:off x="297180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880360" y="19110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</p:txBody>
      </p:sp>
      <p:sp>
        <p:nvSpPr>
          <p:cNvPr id="9" name="Text 7"/>
          <p:cNvSpPr/>
          <p:nvPr/>
        </p:nvSpPr>
        <p:spPr>
          <a:xfrm>
            <a:off x="4800600" y="1508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09160" y="19110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11" name="Text 9"/>
          <p:cNvSpPr/>
          <p:nvPr/>
        </p:nvSpPr>
        <p:spPr>
          <a:xfrm>
            <a:off x="868680" y="2788920"/>
            <a:ext cx="512064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 fitted the models.</a:t>
            </a:r>
          </a:p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set selected the best model.</a:t>
            </a:r>
          </a:p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set was used only once for final reporting.</a:t>
            </a:r>
          </a:p>
          <a:p>
            <a:r>
              <a:rPr lang="en-US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Stratification preserved class proportions in each split.</a:t>
            </a:r>
          </a:p>
        </p:txBody>
      </p:sp>
      <p:pic>
        <p:nvPicPr>
          <p:cNvPr id="12" name="Image 0" descr="/mnt/data/coen807_project/outputs/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965" y="1325880"/>
            <a:ext cx="4400550" cy="35204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537960" y="5074920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02552" y="5184648"/>
            <a:ext cx="4242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reduces the chance of selecting a model that only performs well by chance.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3553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Evaluation Metrics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8359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chosen for a medical classification context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76202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87098"/>
            <a:ext cx="5394960" cy="3337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overall correctness.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how reliable malignant predictions are.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 how many actual malignant cases are detected.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 balance between precision and recall.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ROC-AUC: separation ability across thresholds.</a:t>
            </a:r>
          </a:p>
        </p:txBody>
      </p:sp>
      <p:sp>
        <p:nvSpPr>
          <p:cNvPr id="6" name="Shape 4"/>
          <p:cNvSpPr/>
          <p:nvPr/>
        </p:nvSpPr>
        <p:spPr>
          <a:xfrm>
            <a:off x="822960" y="5090418"/>
            <a:ext cx="5257800" cy="658368"/>
          </a:xfrm>
          <a:prstGeom prst="roundRect">
            <a:avLst>
              <a:gd name="adj" fmla="val 11111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5200146"/>
            <a:ext cx="4928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is critical because a false negative can delay diagnosis and treatment.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/mnt/data/coen807_project/output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1295658"/>
            <a:ext cx="3886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Model Comparison Results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test performance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pic>
        <p:nvPicPr>
          <p:cNvPr id="5" name="Image 0" descr="/mnt/data/coen807_project/outputs/model_comparison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89876"/>
            <a:ext cx="5486400" cy="2460929"/>
          </a:xfrm>
          <a:prstGeom prst="rect">
            <a:avLst/>
          </a:prstGeom>
        </p:spPr>
      </p:pic>
      <p:pic>
        <p:nvPicPr>
          <p:cNvPr id="6" name="Image 1" descr="/mnt/data/coen807_project/outputs/model_f1_sco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758791"/>
            <a:ext cx="4800600" cy="270033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60120" y="5120640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4712" y="5230368"/>
            <a:ext cx="9637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selected as best validation model; Logistic Regression remains a strong interpretable benchmark.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Best Model Evaluation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on unseen test data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pic>
        <p:nvPicPr>
          <p:cNvPr id="5" name="Image 0" descr="/mnt/data/coen807_project/outputs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234440"/>
            <a:ext cx="4572000" cy="3657600"/>
          </a:xfrm>
          <a:prstGeom prst="rect">
            <a:avLst/>
          </a:prstGeom>
        </p:spPr>
      </p:pic>
      <p:pic>
        <p:nvPicPr>
          <p:cNvPr id="6" name="Image 1" descr="/mnt/data/coen807_project/outputs/roc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820" y="1234440"/>
            <a:ext cx="434340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97280" y="5257800"/>
            <a:ext cx="9601200" cy="658368"/>
          </a:xfrm>
          <a:prstGeom prst="roundRect">
            <a:avLst>
              <a:gd name="adj" fmla="val 11111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261872" y="5367528"/>
            <a:ext cx="9272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result: 31 of 32 malignant cases detected, with no benign case predicted as malignant.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Key Findings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experiment shows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89888"/>
            <a:ext cx="5669280" cy="3383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SVM, Logistic Regression, and Random Forest all performed strongly.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had lower recall, showing the risk of overly simple rules.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Scaling helped distance-based and margin-based models.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scores do not remove the need for clinical validation.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usefulness depends on both performance and explainability.</a:t>
            </a:r>
          </a:p>
        </p:txBody>
      </p:sp>
      <p:pic>
        <p:nvPicPr>
          <p:cNvPr id="6" name="Image 0" descr="/mnt/data/coen807_project/outputs/top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86415"/>
            <a:ext cx="4754880" cy="27170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Limitations and Ethical Issues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use in healthcare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53312"/>
            <a:ext cx="5577840" cy="3520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small and may not represent Nigerian hospital populations.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hospital data may contain missing values, noise, and different patient profiles.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negatives are dangerous because malignant cases may be missed.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 can cause fear and unnecessary medical costs.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be used only as clinical decision support.</a:t>
            </a:r>
          </a:p>
        </p:txBody>
      </p:sp>
      <p:sp>
        <p:nvSpPr>
          <p:cNvPr id="6" name="Shape 4"/>
          <p:cNvSpPr/>
          <p:nvPr/>
        </p:nvSpPr>
        <p:spPr>
          <a:xfrm>
            <a:off x="6629400" y="1874520"/>
            <a:ext cx="4297680" cy="1097280"/>
          </a:xfrm>
          <a:prstGeom prst="roundRect">
            <a:avLst>
              <a:gd name="adj" fmla="val 6667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93992" y="1984248"/>
            <a:ext cx="396849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deployment: external validation, doctor review, fairness audit, and continuous monitoring.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629400" y="397764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93992" y="4087368"/>
            <a:ext cx="3968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must support care - not replace professional medical judgement.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ea typeface="Aptos Display" pitchFamily="34" charset="-122"/>
                <a:cs typeface="Times New Roman" panose="02020603050405020304" pitchFamily="18" charset="0"/>
              </a:rPr>
              <a:t>Conclusion and Future Work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21208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recommendation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1155680" cy="0"/>
          </a:xfrm>
          <a:prstGeom prst="line">
            <a:avLst/>
          </a:prstGeom>
          <a:noFill/>
          <a:ln w="15240">
            <a:solidFill>
              <a:srgbClr val="EA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6035040" cy="3246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completed an end-to-end supervised ML workflow.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was the selected best model with strong test performance.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is useful as an interpretable clinical benchmark.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larger African clinical datasets, explainable AI, and secure clinical dashboard deployment.</a:t>
            </a:r>
          </a:p>
        </p:txBody>
      </p:sp>
      <p:pic>
        <p:nvPicPr>
          <p:cNvPr id="6" name="Image 0" descr="/mnt/data/coen807_project/outputs/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234440"/>
            <a:ext cx="3200400" cy="2560320"/>
          </a:xfrm>
          <a:prstGeom prst="rect">
            <a:avLst/>
          </a:prstGeom>
        </p:spPr>
      </p:pic>
      <p:pic>
        <p:nvPicPr>
          <p:cNvPr id="7" name="Image 1" descr="/mnt/data/coen807_project/outputs/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850" y="4023360"/>
            <a:ext cx="2400300" cy="19202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68680" y="5212080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EAF4FB"/>
          </a:solidFill>
          <a:ln w="12700">
            <a:solidFill>
              <a:srgbClr val="B8DAE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33272" y="5321808"/>
            <a:ext cx="5522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use: decision-support tool after clinical validation.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1365</TotalTime>
  <Words>684</Words>
  <Application>Microsoft Macintosh PowerPoint</Application>
  <PresentationFormat>Widescreen</PresentationFormat>
  <Paragraphs>106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COEN807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Learning-Based Breast Cancer Diagnosis Prediction</dc:title>
  <dc:subject>COEN807 Term Project</dc:subject>
  <dc:creator>Abubakar Ahmad</dc:creator>
  <cp:lastModifiedBy>Mac</cp:lastModifiedBy>
  <cp:revision>3</cp:revision>
  <dcterms:created xsi:type="dcterms:W3CDTF">2026-06-13T23:56:30Z</dcterms:created>
  <dcterms:modified xsi:type="dcterms:W3CDTF">2026-06-21T22:41:27Z</dcterms:modified>
</cp:coreProperties>
</file>