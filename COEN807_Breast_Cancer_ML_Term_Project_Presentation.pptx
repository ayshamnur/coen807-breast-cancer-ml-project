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7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071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Machine Learning-Based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Breast Cancer Diagnosis Prediction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23317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COEN807 Term Project - Supervised Learning Classification</a:t>
            </a:r>
          </a:p>
        </p:txBody>
      </p:sp>
      <p:sp>
        <p:nvSpPr>
          <p:cNvPr id="4" name="Text 2"/>
          <p:cNvSpPr/>
          <p:nvPr/>
        </p:nvSpPr>
        <p:spPr>
          <a:xfrm>
            <a:off x="621792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Abubakar Ahmad</a:t>
            </a:r>
          </a:p>
        </p:txBody>
      </p:sp>
      <p:sp>
        <p:nvSpPr>
          <p:cNvPr id="5" name="Shape 3"/>
          <p:cNvSpPr/>
          <p:nvPr/>
        </p:nvSpPr>
        <p:spPr>
          <a:xfrm>
            <a:off x="621792" y="406908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178808"/>
            <a:ext cx="5020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ML workflow: dataset → preprocessing → model comparison → evaluation → ethics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mnt/data/coen807_project/outpu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868680"/>
            <a:ext cx="3314700" cy="2651760"/>
          </a:xfrm>
          <a:prstGeom prst="rect">
            <a:avLst/>
          </a:prstGeom>
        </p:spPr>
      </p:pic>
      <p:pic>
        <p:nvPicPr>
          <p:cNvPr id="8" name="Image 1" descr="/mnt/data/coen807_project/output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767328"/>
            <a:ext cx="297180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8700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COEN807 Term Project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Problem Overview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classification task matters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5778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diagnosis requires early and reliable identification of malignant tumours.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support clinicians by finding patterns in diagnostic measurements.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is binary classification: malignant or benign.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should support clinical decisions, not replace medical professionals.</a:t>
            </a:r>
          </a:p>
        </p:txBody>
      </p:sp>
      <p:sp>
        <p:nvSpPr>
          <p:cNvPr id="6" name="Shape 4"/>
          <p:cNvSpPr/>
          <p:nvPr/>
        </p:nvSpPr>
        <p:spPr>
          <a:xfrm>
            <a:off x="777240" y="4681728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791456"/>
            <a:ext cx="5065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question: Can supervised ML accurately predict malignant cases from numerical diagnostic features?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/mnt/data/coen807_project/outputs/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66751"/>
            <a:ext cx="4617720" cy="26386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Dataset Description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Wisconsin Diagnostic dataset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pic>
        <p:nvPicPr>
          <p:cNvPr id="5" name="Image 0" descr="/mnt/data/coen807_project/outpu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325880"/>
            <a:ext cx="41148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09360" y="20482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</a:t>
            </a:r>
          </a:p>
        </p:txBody>
      </p:sp>
      <p:sp>
        <p:nvSpPr>
          <p:cNvPr id="8" name="Text 5"/>
          <p:cNvSpPr/>
          <p:nvPr/>
        </p:nvSpPr>
        <p:spPr>
          <a:xfrm>
            <a:off x="82296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138160" y="20482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</a:t>
            </a:r>
          </a:p>
        </p:txBody>
      </p:sp>
      <p:sp>
        <p:nvSpPr>
          <p:cNvPr id="10" name="Text 7"/>
          <p:cNvSpPr/>
          <p:nvPr/>
        </p:nvSpPr>
        <p:spPr>
          <a:xfrm>
            <a:off x="100584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966960" y="20482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Malignant cases</a:t>
            </a:r>
          </a:p>
        </p:txBody>
      </p:sp>
      <p:sp>
        <p:nvSpPr>
          <p:cNvPr id="12" name="Text 9"/>
          <p:cNvSpPr/>
          <p:nvPr/>
        </p:nvSpPr>
        <p:spPr>
          <a:xfrm>
            <a:off x="73609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269480" y="33284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Benign cases</a:t>
            </a:r>
          </a:p>
        </p:txBody>
      </p:sp>
      <p:sp>
        <p:nvSpPr>
          <p:cNvPr id="14" name="Text 11"/>
          <p:cNvSpPr/>
          <p:nvPr/>
        </p:nvSpPr>
        <p:spPr>
          <a:xfrm>
            <a:off x="6309360" y="4251960"/>
            <a:ext cx="4937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are computed from digitised cell nuclei measurements.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class in this project: malignant = 1.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public, labelled, and suitable for supervised classification.</a:t>
            </a:r>
          </a:p>
        </p:txBody>
      </p:sp>
      <p:sp>
        <p:nvSpPr>
          <p:cNvPr id="15" name="Text 12"/>
          <p:cNvSpPr/>
          <p:nvPr/>
        </p:nvSpPr>
        <p:spPr>
          <a:xfrm>
            <a:off x="1028700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supervised learning workflow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48640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inspect the public dataset.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target class: malignant = 1, benign = 0.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stratified train-validation-test splitting.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features for Logistic Regression, SVM, and KNN.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five supervised learning models and compare results.</a:t>
            </a:r>
          </a:p>
        </p:txBody>
      </p:sp>
      <p:pic>
        <p:nvPicPr>
          <p:cNvPr id="6" name="Image 0" descr="/mnt/data/coen807_project/outputs/top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50492"/>
            <a:ext cx="48006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4983480"/>
            <a:ext cx="987552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5093208"/>
            <a:ext cx="9546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selected mainly by validation F1-score and malignant-case recall.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Models Implemented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algorithms compared fairly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- interpretable baseline.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- strong classifier for numerical feature spaces.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- distance-based comparison model.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- simple rule-based model.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- ensemble model for better stability.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5184648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focus: avoid missing malignant cases while keeping predictions reliable.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/mnt/data/coen807_project/outputs/model_f1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61674"/>
            <a:ext cx="4892040" cy="27517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Experimental Setup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 and evaluation approach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  <p:sp>
        <p:nvSpPr>
          <p:cNvPr id="7" name="Text 5"/>
          <p:cNvSpPr/>
          <p:nvPr/>
        </p:nvSpPr>
        <p:spPr>
          <a:xfrm>
            <a:off x="29718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8036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0916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51206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fitted the models.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 selected the best model.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was used only once for final reporting.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Stratification preserved class proportions in each split.</a:t>
            </a:r>
          </a:p>
        </p:txBody>
      </p:sp>
      <p:pic>
        <p:nvPicPr>
          <p:cNvPr id="12" name="Image 0" descr="/mnt/data/coen807_project/outpu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65" y="1325880"/>
            <a:ext cx="4400550" cy="35204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37960" y="50749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2552" y="5184648"/>
            <a:ext cx="4242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the chance of selecting a model that only performs well by chance.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553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Evaluation Metrics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8359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chosen for a medical classification context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6202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7098"/>
            <a:ext cx="539496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overall correctness.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how reliable malignant predictions are.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how many actual malignant cases are detected.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balance between precision and recall.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ROC-AUC: separation ability across thresholds.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5090418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5200146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is critical because a false negative can delay diagnosis and treatment.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/mnt/data/coen807_project/outpu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295658"/>
            <a:ext cx="3886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Model Comparison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 performance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pic>
        <p:nvPicPr>
          <p:cNvPr id="5" name="Image 0" descr="/mnt/data/coen807_project/outputs/model_compar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89876"/>
            <a:ext cx="5486400" cy="2460929"/>
          </a:xfrm>
          <a:prstGeom prst="rect">
            <a:avLst/>
          </a:prstGeom>
        </p:spPr>
      </p:pic>
      <p:pic>
        <p:nvPicPr>
          <p:cNvPr id="6" name="Image 1" descr="/mnt/data/coen807_project/outputs/model_f1_sc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58791"/>
            <a:ext cx="4800600" cy="27003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60120" y="512064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4712" y="5230368"/>
            <a:ext cx="9637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selected as best validation model; Logistic Regression remains a strong interpretable benchmark.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Best Model Evaluation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on unseen test data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pic>
        <p:nvPicPr>
          <p:cNvPr id="5" name="Image 0" descr="/mnt/data/coen807_project/outpu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4572000" cy="3657600"/>
          </a:xfrm>
          <a:prstGeom prst="rect">
            <a:avLst/>
          </a:prstGeom>
        </p:spPr>
      </p:pic>
      <p:pic>
        <p:nvPicPr>
          <p:cNvPr id="6" name="Image 1" descr="/mnt/data/coen807_project/output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1234440"/>
            <a:ext cx="434340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97280" y="5257800"/>
            <a:ext cx="960120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261872" y="5367528"/>
            <a:ext cx="9272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result: 31 of 32 malignant cases detected, with no benign case predicted as malignant.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Key Findings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experiment shows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89888"/>
            <a:ext cx="566928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SVM, Logistic Regression, and Random Forest all performed strongly.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had lower recall, showing the risk of overly simple rules.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helped distance-based and margin-based models.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scores do not remove the need for clinical validation.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usefulness depends on both performance and explainability.</a:t>
            </a:r>
          </a:p>
        </p:txBody>
      </p:sp>
      <p:pic>
        <p:nvPicPr>
          <p:cNvPr id="6" name="Image 0" descr="/mnt/data/coen807_project/outputs/top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86415"/>
            <a:ext cx="4754880" cy="2717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Limitations and Ethical Issues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use in healthcare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53312"/>
            <a:ext cx="557784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small and may not represent Nigerian hospital populations.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hospital data may contain missing values, noise, and different patient profiles.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 are dangerous because malignant cases may be missed.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can cause fear and unnecessary medical costs.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used only as clinical decision support.</a:t>
            </a:r>
          </a:p>
        </p:txBody>
      </p:sp>
      <p:sp>
        <p:nvSpPr>
          <p:cNvPr id="6" name="Shape 4"/>
          <p:cNvSpPr/>
          <p:nvPr/>
        </p:nvSpPr>
        <p:spPr>
          <a:xfrm>
            <a:off x="6629400" y="18745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93992" y="1984248"/>
            <a:ext cx="39684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deployment: external validation, doctor review, fairness audit, and continuous monitoring.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29400" y="39776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4087368"/>
            <a:ext cx="3968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must support care - not replace professional medical judgement.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Conclusion and Future 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60350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completed an end-to-end supervised ML workflow.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was the selected best model with strong test performance.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useful as an interpretable clinical benchmark.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larger African clinical datasets, explainable AI, and secure clinical dashboard deployment.</a:t>
            </a:r>
          </a:p>
        </p:txBody>
      </p:sp>
      <p:pic>
        <p:nvPicPr>
          <p:cNvPr id="6" name="Image 0" descr="/mnt/data/coen807_project/outputs/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34440"/>
            <a:ext cx="3200400" cy="2560320"/>
          </a:xfrm>
          <a:prstGeom prst="rect">
            <a:avLst/>
          </a:prstGeom>
        </p:spPr>
      </p:pic>
      <p:pic>
        <p:nvPicPr>
          <p:cNvPr id="7" name="Image 1" descr="/mnt/data/coen807_project/outputs/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850" y="4023360"/>
            <a:ext cx="2400300" cy="1920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8680" y="521208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33272" y="5321808"/>
            <a:ext cx="5522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use: decision-support tool after clinical validation.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669</Words>
  <Application>Microsoft Macintosh PowerPoint</Application>
  <PresentationFormat>Widescreen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COEN807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Breast Cancer Diagnosis Prediction</dc:title>
  <dc:subject>COEN807 Term Project</dc:subject>
  <dc:creator>Abubakar Ahmad</dc:creator>
  <cp:lastModifiedBy>Mac</cp:lastModifiedBy>
  <cp:revision>2</cp:revision>
  <dcterms:created xsi:type="dcterms:W3CDTF">2026-06-13T23:56:30Z</dcterms:created>
  <dcterms:modified xsi:type="dcterms:W3CDTF">2026-06-21T22:33:35Z</dcterms:modified>
</cp:coreProperties>
</file>